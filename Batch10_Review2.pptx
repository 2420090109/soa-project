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904" r:id="rId3"/>
    <p:sldId id="707" r:id="rId4"/>
    <p:sldId id="903" r:id="rId6"/>
    <p:sldId id="259" r:id="rId9"/>
    <p:sldId id="905" r:id="rId10"/>
    <p:sldId id="909" r:id="rId20"/>
    <p:sldId id="908" r:id="rId19"/>
    <p:sldId id="906" r:id="rId11"/>
    <p:sldId id="907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2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_arch_event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_arch_request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&amp; Time : 24/09/2026 , 2:30PM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/>
        </p:nvGraphicFramePr>
        <p:xfrm>
          <a:off x="7296150" y="4575211"/>
          <a:ext cx="5142096" cy="18619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209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861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             Roll Number: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Syed Musaib,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2420090109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N.Girish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Reddy,  2420030125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Anil,                     2420030130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213726" y="4446049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610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Neelima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24/09/2026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SOA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LibraGent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Agentic AI-Driven Smart Library Ecosystem for Equitable Access to Learning Resources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3200" b="1" dirty="0">
                <a:latin typeface="Times New Roman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8325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System Architecture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Design an agentic AI architecture that autonomously searches, filters, and curates learning resources (books, e-books, papers, OER, videos) matched to a student's course and proficiency level.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Build a unified smart library ecosystem that integrates catalog data, open educational resources (OER), and institutional repositories into a single retrieval layer.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Provide personalized, context-aware recommendations using retrieval-augmented generation (RAG) over the library's knowledge base.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Promote equitable access by detecting gaps in resource availability for underserved students or departments and surfacing free or open alternatives.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Automate routine library tasks — reservations, renewals, availability alerts, and reading-list generation — through autonomous agents.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Evaluate the system's effect on resource discoverability, learning outcomes, and access equity compared with conventional catalog search.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Multi-agent architecture: dedicated agents for search, curation, recommendation, and equity-monitoring coordinate autonomously, instead of one monolithic chatbot handling every task.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RAG-based semantic understanding of catalog metadata and learner queries, going beyond keyword-based OPAC search to true intent-level matching.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Equity-first design: a dedicated Access-Gap Agent flags students or courses with limited resource access and automatically substitutes open educational resources.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Proactive, not reactive: agents monitor a learner's course/syllabus progression and push resource suggestions instead of waiting for the student to search.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Explainable recommendations — every suggestion is paired with a short, source-grounded rationale so students and librarians can trust and verify it.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Project 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6000" y="1500000"/>
            <a:ext cx="108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The architecture extends the standard 3-service SOA pattern (User / Book / Notification) with a fourth service — the Agent Orchestration Service — which subscribes to domain events on Kafka and autonomously executes the three novelty agents.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229" y="2280000"/>
            <a:ext cx="4449541" cy="54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Methodology Adopted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Service-Oriented Architecture (SOA) with independently deployable microservices — User, Book, Notification, and Agent Orchestration services.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Event-driven coordination via a Kafka broker (loan-events, inventory-events topics) decouples services and enables autonomous agent behaviour.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Centralized routing, authentication, and CORS handling through a Spring Cloud API Gateway secured with JWT.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Service discovery and dynamic routing managed through a Eureka Service Registry.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Agile, iterative development with continuous integration and deployment automated via GitHub Actions.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Five mandated AI tools integrated across the development lifecycle — design, coding, testing, documentation, and review — to accelerate and validate delivery.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Technical Soundness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Built on industry-standard, production-proven frameworks: Spring Boot, Spring Cloud Gateway, Eureka, and Kafka.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Each microservice owns an independent database (User DB, Book DB, Notify DB, Agent Log DB), ensuring loose coupling and fault isolation.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JWT-based authentication and CORS policies enforced at the API Gateway secure all inbound traffic.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The Kafka event bus provides asynchronous, fault-tolerant communication between services and the Agent Orchestration Service.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Eureka registry enables dynamic service discovery, supporting horizontal scalability as new service instances are added.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An automated CI/CD pipeline (GitHub Actions) ensures consistent builds, testing, and deployment across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Technical &amp; economic feasibility: LibraGent is built entirely on open-source LLM tooling, public OER/catalog datasets, and a standard web + vector-database stack, so it can be developed and evaluated within the timeline below at minimal cost.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6000" y="2500000"/>
          <a:ext cx="10800000" cy="4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Requirement analysis, problem definition, and literature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Data collection: library catalog, OER repositories, sample syllabi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Design agentic architecture (search, curation, recommendation, equity agents) and RAG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Implement core agents and integrate with the library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Build the student-facing recommendation dashboard (UI)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Testing, evaluation against baseline keyword search, and equity-gap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15-16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Documentation, report writing, and final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Event-Driven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6000" y="1500000"/>
            <a:ext cx="108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User and Book services publish domain events to a Kafka broker (loan-events, inventory-events), decoupling them from two downstream consumers: the Notification Service and the Agent Orchestration Service, which runs the three novelty agents.</a:t>
            </a:r>
          </a:p>
        </p:txBody>
      </p:sp>
      <p:pic>
        <p:nvPicPr>
          <p:cNvPr id="5" name="Picture 4" descr="LibraGent event-driven layer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00" y="2350000"/>
            <a:ext cx="9541000" cy="420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Request-Path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6000" y="1500000"/>
            <a:ext cx="108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Client requests are routed through a Spring Cloud Gateway (JWT-secured) to the User and Book services, each registered with Eureka for dynamic discovery. Each service owns an independent PostgreSQL database, keeping the two fully decoupled.</a:t>
            </a:r>
          </a:p>
        </p:txBody>
      </p:sp>
      <p:pic>
        <p:nvPicPr>
          <p:cNvPr id="5" name="Picture 4" descr="LibraGent request-path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000" y="2350000"/>
            <a:ext cx="7300000" cy="420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1360</Words>
  <Application>Microsoft Office PowerPoint</Application>
  <PresentationFormat>Widescreen</PresentationFormat>
  <Paragraphs>133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Syed Musaib</cp:lastModifiedBy>
  <cp:revision>34</cp:revision>
  <dcterms:created xsi:type="dcterms:W3CDTF">2026-08-08T06:33:56Z</dcterms:created>
  <dcterms:modified xsi:type="dcterms:W3CDTF">2026-09-24T08:47:52Z</dcterms:modified>
</cp:coreProperties>
</file>