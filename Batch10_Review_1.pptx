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904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 : 20/08/2026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7296150" y="4575211"/>
          <a:ext cx="5142096" cy="1861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20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861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             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Syed Musaib,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2420090109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N.Girish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Reddy,  2420030125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Anil,                     2420030130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213726" y="4446049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61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Neelima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20/08/2026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LibraGent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AI-Driven Smart Library Ecosystem for Equitable Access to Learning Resources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3200" b="1" dirty="0">
                <a:latin typeface="Times New Roman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8325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5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University and public libraries hold vast, fast-growing collections of physical and digital learning resources, yet students frequently cannot find material that matches their course, topic, or skill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Existing library search interfaces are keyword-based catalog lookups — they do not understand learner intent, cannot suggest a learning path, and do not adapt to a student's academic context.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Access to paid e-books, journals, and premium learning material is uneven across institutions and student groups, creating a real equity gap in who can reach quality learning resources.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No existing library system autonomously curates, recommends, and organizes resources across formats and sources for each individual learner — resource discovery still depends on the student's own search effort.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Design an agentic AI architecture that autonomously searches, filters, and curates learning resources (books, e-books, papers, OER, videos) matched to a student's course and proficiency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Build a unified smart library ecosystem that integrates catalog data, open educational resources (OER), and institutional repositories into a single retrieval layer.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Provide personalized, context-aware recommendations using retrieval-augmented generation (RAG) over the library's knowledge base.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Promote equitable access by detecting gaps in resource availability for underserved students or departments and surfacing free or open alternatives.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Automate routine library tasks — reservations, renewals, availability alerts, and reading-list generation — through autonomous agents.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Evaluate the system's effect on resource discoverability, learning outcomes, and access equity compared with conventional catalog search.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Wang, N.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Using Agentic AI to Enhance the Quality of Academic Libraries' Responses for Student Queries, Proc. ASIS&amp;T,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Agentic AI framework built on an OpenAI reasoning LLM, applied to FAQ data from a university library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Agentic AI improves the timeliness, accuracy, and targeting of student query responses and identifies which query types suit AI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Limited to FAQ-style query answering for one library; does not address proactive resource recommendation or multi-agent coordination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Ayinde, Ebiefung &amp; Oladokun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Agentic Artificial Intelligence in Libraries: Implications for Academic Libraries and Future Research, Library Hi Tech News, 2026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Qualitative review of agentic AI use cases, required librarian skills, and ethical considerations in academic libraries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Highlights key use cases and argues librarians need agentic-AI literacy; flags accountability, privacy, and equity as open ethical concerns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Conceptual review with no implemented system; calls for future empirical, deployed agentic AI research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Ragab, Almuhammadi, Mansour &amp; Kadry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NLP with Deep-Learning-Enabled Hybrid Content Retrieval Model for Digital Library Management, Expert Systems,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Hybrid deep-learning-based NLP model for content retrieval in digital library management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Improves retrieval accuracy of digital library content through hybrid NLP-driven retrieval techniques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Focuses on retrieval accuracy only; no personalization, equity awareness, or autonomous agent-based curation — the gap LibraGent targets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Conventional library systems (OPACs) rely on static keyword search; no deployed system pairs multi-step agentic reasoning with personalized resource curation.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Recent agentic-AI-in-libraries work (Wang, 2025) improves FAQ-style query answering but stops at question answering — it does not proactively recommend or curate a learning path.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Review-level studies (Ayinde et al., 2026) map out use cases and skills needed for agentic AI in libraries but stop at a conceptual level, without an implemented, evaluated system.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Hybrid NLP retrieval models (Ragab et al., 2024) raise retrieval accuracy but do not personalize to learner level or actively substitute free/open resources for students lacking paid access.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Gap: an agentic, equity-aware, personalized library ecosystem that unifies discovery, recommendation, and access-equity monitoring in one system is still missing — this is what LibraGent addresses.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Multi-agent architecture: dedicated agents for search, curation, recommendation, and equity-monitoring coordinate autonomously, instead of one monolithic chatbot handling every task.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RAG-based semantic understanding of catalog metadata and learner queries, going beyond keyword-based OPAC search to true intent-level matching.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Equity-first design: a dedicated Access-Gap Agent flags students or courses with limited resource access and automatically substitutes open educational resources.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Proactive, not reactive: agents monitor a learner's course/syllabus progression and push resource suggestions instead of waiting for the student to search.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Explainable recommendations — every suggestion is paired with a short, source-grounded rationale so students and librarians can trust and verify it.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Technical &amp; economic feasibility: LibraGent is built entirely on open-source LLM tooling, public OER/catalog datasets, and a standard web + vector-database stack, so it can be developed and evaluated within the timeline below at minimal cost.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6000" y="2500000"/>
          <a:ext cx="10800000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Requirement analysis, problem definition, and literature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Data collection: library catalog, OER repositories, sample syllabi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Design agentic architecture (search, curation, recommendation, equity agents) and RAG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Implement core agents and integrate with the library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Build the student-facing recommendation dashboard (UI)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Testing, evaluation against baseline keyword search, and equity-gap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15-16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Documentation, report writing, and final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1072</Words>
  <Application>Microsoft Office PowerPoint</Application>
  <PresentationFormat>Widescreen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Syed Musaib</cp:lastModifiedBy>
  <cp:revision>33</cp:revision>
  <dcterms:created xsi:type="dcterms:W3CDTF">2026-08-08T06:33:56Z</dcterms:created>
  <dcterms:modified xsi:type="dcterms:W3CDTF">2026-08-19T15:53:07Z</dcterms:modified>
</cp:coreProperties>
</file>